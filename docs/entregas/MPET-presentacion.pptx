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 final. El hilo conductor es: construimos el sistema, lo verificamos contra la definicion matematica, y al medir con voz real encontramos un limite del metodo que no estaba previsto.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estudiante no puede corregir lo que no distingue. Sin retroalimentacion externa el error se fosiliza.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propiedades salen de la misma decision arquitectonica.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reparto importa: la correccion llega rapido porque pierde valor si tarda. La respuesta conversacional admite 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criterio de verificacion del proyecto y conviene decirlo en voz alta: si dos implementaciones comparten un error de criterio, compararlas no lo detecta.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segundo defecto es el argumento de por que verificar bloque a bloque es necesario pero no suficiente.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grabaciones, cinco frases, cuatro versiones, dos hablantes. Este es el resultado tecnico central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 decir que se agotaron las vias antes de cambiar de enfoque, y que cada una se descarto midiendo.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defecto es de integracion, no del comparador. Se detecto revisando como se invocaba, a raiz de la medicion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giro es que ya teniamos un modelo entrenado con miles de voces: el reconocedor. No hacia falta traer uno nuevo.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decision de no puntuar en conversacion libre es deliberada y conviene defenderla: un numero que mide parecido de voz seria peor que ninguno.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un punto de producto, no de ingenieria, y suele preguntarse: por que no decimos directamente que esta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Optimizaciones medidas: cache de planes de FFT (29.7 % menos en YIN) y decimacion polifasica (3x).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primeras son las que cambian como se presenta el proyecto. Las demas son acabado.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Si hay una sola frase que quede, es 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733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Personal English Teacher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pronunciación con procesamiento de señales,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íntegramente en el navegador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y Sistemas   ·   Alejandro Zamora · Fabrizio Espinoza · Isaac Morum · José Pablo Monestel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 hispanohablante no consigue pronunciar inglés inteligible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039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fonética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40487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español tiene cinco vocales; el inglés supera las once. Pares como ship / sheep se colapsan en un mismo sonido para el oído no entrenado.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5760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57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práctica accesible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82219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práctica oral efectiva exige un interlocutor que corrija en el momento. Tutorías y academias cuestan, dependen de horarios y de conexión estable.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07492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74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73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binaria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52395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aplicaciones masivas responden «correcto» o «inténtalo de nuevo», sin decir qué falló ni por qué.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todo ocurre en el navegador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preferencia estética: determina si la herramienta es accesible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86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de inferencia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cuotas por uso, sin límite de sesiones,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operación cero.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286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676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17720" y="3291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MiB una sola vez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3703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la descarga inicial, la aplicación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sin conexión.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286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321040" y="3291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de voz enviados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3703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audio nunca sale del dispositivo.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privacidad no depende de una política.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zonas con conectividad intermitente o costosa, la práctica oral simplemente no ocurre. Esta arquitectura es lo que la hace posible.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cadena completa de un turno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micrófono a la retroalimentación, sin salir del dispositivo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kHz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12848" y="24871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68880" y="224028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B1D3A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+ ÷3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Anti-aliasing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41648" y="24871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224028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B1D3A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 kHz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de voz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70448" y="24871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26480" y="224028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B1D3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/ STFT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99248" y="24871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955280" y="224028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B1D3A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528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28048" y="24871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84080" y="224028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0B1D3A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61188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D2EDE8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aquí: menos de 2 segundos — es la retroalimentación que pierde valor si tarda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43484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96112" y="4645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del tutor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6112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turno, después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43400" y="443484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99432" y="4645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de mejora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99432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turno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46720" y="443484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302752" y="4645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 pronunciación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02752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modo práctica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concepto, con su medición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número de esta presentación es una estimación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  <a:gridCol w="3200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se aplica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Muestreo y aliasing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Decimación ÷3 con FIR de fase lineal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 dB de supresión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Filtrado IIR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 de voz 80–8 000 Hz, Butterworth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−3.01 dB en el corte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DFT y FFT radix-2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Verificada contra la definición directa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1.45 × 10⁻¹³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Ventanas y fuga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Hann con ganancia coherente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Amplitud unitaria exacta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Periodicidad (YIN)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 fundamental y entonación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de 0.115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mel y DCT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Características robustas al hablante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0.009 % frente a librosa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transformada se verifica contra la definición matemática, no contra otra biblioteca: comparar dos implementaciones no demuestra que ninguna sea correcta, solo que coinciden.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defectos que solo aparecieron al medir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era visible leyendo el código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76272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amplitud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154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del micrófono no divide al tamaño de trama. Se rellenaba con ceros y la ventana se aplicaba sobre el relleno.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4407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espectro salía 20 % bajo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176272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los MFCC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3154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aplicaba al espectro de potencia una corrección pensada para leer amplitudes. Hundía 24 de las 26 bandas mel bajo el piso del logaritmo.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99432" y="4407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5.02 % a 0.009 % de error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4290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2176272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02752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Generadores divergentes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02752" y="3154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generador pseudoaleatorio daba secuencias distintas en Python y en JavaScript desde la segunda muestra.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02752" y="4407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comparaban señales distintas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verificación por etapas no detectó el segundo: cada etapa era correcta por separado, y el fallo estaba en la escala con que se encadenaban.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hallazgo principal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ocurrió al medir la evaluación de pronunciación con voz real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6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señales sintéticas el sistema separaba pronunciación correcta de incorrecta por 31 puntos. Con voz real, el puntaje depende más de quién habla que de cómo pronuncia.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303520" cy="1965960"/>
          </a:xfrm>
          <a:prstGeom prst="roundRect">
            <a:avLst>
              <a:gd name="adj" fmla="val 5581"/>
            </a:avLst>
          </a:prstGeom>
          <a:solidFill>
            <a:srgbClr val="1733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+7.08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cuesta cambiar de voz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la frase bien, con otra voz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697480"/>
            <a:ext cx="5303520" cy="1965960"/>
          </a:xfrm>
          <a:prstGeom prst="roundRect">
            <a:avLst>
              <a:gd name="adj" fmla="val 5581"/>
            </a:avLst>
          </a:prstGeom>
          <a:solidFill>
            <a:srgbClr val="17335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+1.20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6492240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cuesta pronunciar mal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la frase mal, con la voz de referencia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del hablante pesa casi seis veces más que el error que se quería medir. En cuatro de cada diez casos, la pronunciación incorrecta puntuaba mejor que la correcta.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defecto de implementación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límite del método, y se comprobó agotándolo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coeficientes están verificados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0.009 % de error frente a librosa, con un criterio de 5 %. La matemática es correcta.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causa es física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871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longitud del tracto vocal desplaza los formantes en los mismos coeficientes que distinguen una vocal de otra.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vías probadas antes de darlo por agotado, todas medidas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233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Reescalado de la puntuación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402336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40233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Estadísticos localizados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402336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40233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delta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402336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40233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cepstral (2 variantes)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681728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817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del tracto vocal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4681728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46817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referencia contrastiva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681728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6817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recorte por actividad de voz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06840" y="4681728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46817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 de las anteriores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alcanza el umbral exigido.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había una segunda causa, más grave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se comparaba contra su propio error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8483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72768" y="19659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dice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43400" y="19659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852160" y="19659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iba ship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07208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92608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72768" y="28072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reconocedor escribe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43400" y="280720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852160" y="280720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lo oído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48456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7673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72768" y="364845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sintetizador dice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343400" y="364845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852160" y="364845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sintetiza la transcripción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489704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608576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608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72768" y="448970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contra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343400" y="448970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852160" y="448970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propia equivocación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puntaje no podía detectar una palabra mal pronunciada por construcción. Lo que medía era cuánto se parece la voz del estudiante a la del sintetizador.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salida: usar el reconocedor como juez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señal independiente del hablante que teníamos ya estaba en el proyecto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compara la transcripción contra una frase objetivo, el error aparece en el texto y el timbre deja de influir. El reconocedor está entrenado con miles de voces.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pidió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reconocedor entendió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«I need a new sheep»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«She had a bit late»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«Please see it down here»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(bien dicho)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«I need a new chip»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falsa alarma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60604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816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de 10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13816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detectados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38160" y="3931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4 falsas alarmas.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sola: se combina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señal acústica.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exige una frase objetivo, y en conversación libre no existe: el sistema no sabe qué quiso decir el estudiante. De ahí el modo práctica.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modos, y una decisión incómoda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Preferimos no dar un número a dar uno que mide otra cosa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035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libre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de lo que dijo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127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gramatical resaltada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5112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del tutor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895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de mejora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434340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FDF1E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343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6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puntaje de pronunciación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3035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práctica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propone una frase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127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la repite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5112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palabra por palabra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895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curado de diez frases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434340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E2F4F1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343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sí hay referencia, y por tanto puntaje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excluye cifras —el sintetizador no sabe decirlas— y las ocho palabras que pronuncia mal. Una prueba automática impide que entre una frase que incumpla el criterio.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le dice al estudiante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falsas alarmas de cada diez aciertos determinan la redacción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5C232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«Lo dijiste mal»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9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Acusa a quien pronunció bien. Desmotiva, y además es falso cuatro de cada diez veces.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0E4A44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te entendí bien»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8D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lo que ocurrió sin atribuir culpa, e invita a repetir.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regla llega hasta el código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892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interno se llama noReconocida y no incorrecta. Un nombre que afirma más de lo que el dato sostiene acaba saliendo por pantalla tarde o temprano.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 y verificación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cuesta y cómo se comprueba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305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2.14 %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núcleo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337560" y="22219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la cadena completa de análisis de señal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1305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46520" y="2816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prueba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0" y="22219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ejecutados en integración continua, sin micrófono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8221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302.6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14400" y="4507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MiB al arrancar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37560" y="39136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676.4 totales; el resto llega cuando hace falta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8221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1 145×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46520" y="4507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69680" y="39136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FFT frente al cálculo directo de la transformada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señales de prueba se generan por código —senos, chirps, deltas, vocales con formantes— de modo que el resultado esperado se conoce analíticamente.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falta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 por lo que decide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12264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8745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 combinación de las dos señales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94960" y="187452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si el requisito de pronunciación se presenta cumplido con su limitación, o como limitación declarada.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953512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71576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el arranque sin conexión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94960" y="2715768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Sostiene el argumento de accesibilidad: la aplicación está implementada, pero no se ha ejercido en modo avión.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79476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5570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 latencia con todo integrado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94960" y="3557016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el presupuesto de dos segundos para la retroalimentación.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98264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63600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39826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cifras antes de sintetizar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94960" y="4398264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tutor de conversación que enmudece ante un precio falla en el uso más común del idioma.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5477256"/>
            <a:ext cx="237744" cy="237744"/>
          </a:xfrm>
          <a:prstGeom prst="ellipse">
            <a:avLst/>
          </a:prstGeom>
          <a:solidFill>
            <a:srgbClr val="5A6B7D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523951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Aligerar el corrector gramatical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94960" y="523951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de los cuatro modelos que nunca se comparó contra alternativas más livianas.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7335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09728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juzga este proyecto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6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Propusimos evaluar pronunciación por comparación espectral. Lo implementamos, verificamos cada etapa contra su definición matemática, y al medir con voz real determinamos que el método no puede cumplir el objetivo: el efecto del hablante pesa seis veces más que el error que queríamos medir.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6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resultado está cuantificado, con la causa explicada, ocho alternativas descartadas con medición, una vía distinta implementada y sus límites declarados.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requisito que se declara cumplido sin comprobarlo es una afirmación.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 que se declara incumplido con las cifras que lo demuestran es un resultado.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2026-08-11T18:32:51Z</dcterms:created>
  <dcterms:modified xsi:type="dcterms:W3CDTF">2026-08-11T18:32:51Z</dcterms:modified>
</cp:coreProperties>
</file>