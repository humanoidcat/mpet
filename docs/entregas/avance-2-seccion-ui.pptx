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Pablo. 15 segundos de transición. No repetir el problema ni la arquitectura, ya las presentó Alejandro: entrar directo con la promesa del Avance 1 y confirmar que se cumplió.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Pablo. 45 segundos. Leer la cita completa antes de pasar a la derecha: es la parte que conecta con lo que el profesor recuerda del Avance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Pablo. 45 segundos. El incidente es el hallazgo más interesante de esta sección para el profesor: un problema de calidad que ninguna prueba anterior cubría, y la prueba de guardia que se agregó.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Pablo. 45 segundos. Cerrar con la franja oscura de honestidad tecnica: decir las tres cosas pendientes antes de que el profesor pregunte, igual que hizo Alejandro en el Avance 1 con el riesgo de los 279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· AVANCE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pantallas de diseño a datos reales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Avance 1 dijimos que Pronunciation, Suggestions y Progress estaban diseñadas pero sin datos detrás. Esto es lo que cambió.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Pablo Monestel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25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y diseño 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y Sistemas  ·  Semana 7  ·  Avance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prometimos, lo que se cumplió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pantallas quedaron marcadas como diseño sin datos en el Avance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 · SLIDE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“Las pantallas de pronunciación, sugerencias y progreso ya están diseñadas, pero el módulo que las alimenta llega en el Avance 2. Se presentan como diseño, no como función terminada.”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era explícito: nada de datos inventados una vez que el contrato real existiera.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5819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176479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Puntaje de pronunciación por palabra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671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verde/amarillo/rojo en el chat y en Pronunciation, cableado a ChatMessage.pronunciation real. Sin inventar fonemas que el comparador no mide.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0632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990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32461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Suggestions, Models y Progress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64845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el catálogo de modelos inventado (incluido un modelo que nunca existió) y las métricas de sesión sin respaldo.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454456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4714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7274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real entre sesiones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51297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 expone SessionStore.list() a la pantalla de progreso: sesiones anteriores y tendencia real de puntaje.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Documento: docs/entregas/avance-2-seccion-ui.md  ·  Evidencia: docs/evidencias/s6/s6-t3-feedback-ui.md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Verificado, no solo implementado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afirmación de esta sección tiene una prueba automatizada o una verificación manual detrás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64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445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50008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del módulo UI, del total del proyecto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5264" y="16002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392424" y="1764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· 60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92424" y="2350008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puntaje verde ≥80, amarillo 60–79, rojo &lt;60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61888" y="16002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099048" y="1764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9048" y="2350008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.tsx cubiertos por la prueba de guardia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68512" y="16002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805672" y="1764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05672" y="2350008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reescritas de datos falsos a datos reales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0881360" cy="2697480"/>
          </a:xfrm>
          <a:prstGeom prst="roundRect">
            <a:avLst>
              <a:gd name="adj" fmla="val 4068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39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REAL · 4 DE AGOSTO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internas del equipo, visibles para el usuario final en producción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6492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visualizador mostraba frases como “FFT real (S3-T1, Fabrizio) OK” dentro del JSX en vez de en un comentario — y ya estaban desactualizadas: anunciaban como pendiente algo integrado semanas atrás. Ninguna prueba miraba el texto que llega a pantalla.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0" y="448056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4645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sinNotasDeEquipo.test.ts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4992624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si un código de tarea, un nombre o un TODO aparece fuera de un comentario, en cualquier archivo del módulo.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npx vitest run tests/ui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accionables y límites conocidos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 de UX (S7-T3) y auditoría de compatibilidad (S8-T4)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5681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se pudo acceder al micrófono. Revisa los permisos del navegador.”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— según la causa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5120640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82112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denegado → habilitarlo en el navegador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5120640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03904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micrófono conectado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25696"/>
            <a:ext cx="5120640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2569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uso por otra aplicación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102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botones Reintentar / Cerrar en el propio aviso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55448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190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Compatibilidad de navegadores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1579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01000" y="21579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ejecución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596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01000" y="25968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— mismo motor Blink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3035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/ Safari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0100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Auditado por código, no en dispositivo real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34930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Hallazgo: los 3 workers de IA usan Worker({type:'module'}), sin soporte en Firefox hasta la versión 114 (2023).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4315968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4622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POR CONFIRMAR A MANO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4791456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RF-23 con 3+ sesiones reales (el modo demo usa memoria, no IndexedDB)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Permiso de micrófono denegado, en pantalla y no solo por prueba unitaria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Firefox / Safari reales, no solo auditoría de código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docs/evidencias/s7/s7-t3-ux-errores-mic.md  ·  docs/evidencias/s8/s8-t4-compatibilidad-navegadores.md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2026-08-10T18:53:28Z</dcterms:created>
  <dcterms:modified xsi:type="dcterms:W3CDTF">2026-08-10T18:53:28Z</dcterms:modified>
</cp:coreProperties>
</file>